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opening slide. Set title, subtitle, author, and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of contents. List all major sections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transition. Update number and section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 bullet slide. Four to six bullet points recommended.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Two-column slide for side-by-side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 image slide. Place figure on the right; key points on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figures side by side with shared caption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 table. Highlight the best row in green.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Full-bleed figure slide. Use high-resolution images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key numbers. Four metrics per slide maximum.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Pull-quote or key insight callout.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Ending slide. Thank audience and provide contact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opening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88552" y="-914400"/>
            <a:ext cx="4114800" cy="4114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Presentation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AF8"/>
                </a:solidFill>
              </a:rPr>
              <a:t>Subtitle · Author Name · Institution ·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7"/>
                </a:solidFill>
              </a:rPr>
              <a:t>Conference / Journal Name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able of conten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11640312" cy="7955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02920" cy="7955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990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07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550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7"/>
                </a:solidFill>
              </a:rPr>
              <a:t>Background, motivation, and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21408"/>
            <a:ext cx="11640312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121408"/>
            <a:ext cx="502920" cy="7955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2860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42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7"/>
                </a:solidFill>
              </a:rPr>
              <a:t>Proposed approach and technical details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08376"/>
            <a:ext cx="11640312" cy="7955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08376"/>
            <a:ext cx="502920" cy="7955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1729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81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Experiments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29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7"/>
                </a:solidFill>
              </a:rPr>
              <a:t>Setup, datasets, and evaluation metrics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95344"/>
            <a:ext cx="11640312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895344"/>
            <a:ext cx="502920" cy="7955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0599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6849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159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7"/>
                </a:solidFill>
              </a:rPr>
              <a:t>Quantitative and qualitative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782312"/>
            <a:ext cx="11640312" cy="7955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782312"/>
            <a:ext cx="502920" cy="7955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94690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554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Discussion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0293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7"/>
                </a:solidFill>
              </a:rPr>
              <a:t>Analysis, limitations, and future 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669280"/>
            <a:ext cx="11640312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669280"/>
            <a:ext cx="502920" cy="7955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8338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424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60899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7"/>
                </a:solidFill>
              </a:rPr>
              <a:t>Summary and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ection outline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1B3A5C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Section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AF8"/>
                </a:solidFill>
              </a:rPr>
              <a:t>Brief description of what this section covers.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itle and Content: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Slide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548872" y="0"/>
            <a:ext cx="640080" cy="105156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48872" y="292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0D1B2A"/>
                </a:solidFill>
              </a:rPr>
              <a:t>• First key point about the topic presented on this slide.</a:t>
            </a:r>
          </a:p>
          <a:p>
            <a:pPr algn="l"/>
            <a:r>
              <a:rPr sz="1800" b="0">
                <a:solidFill>
                  <a:srgbClr val="0D1B2A"/>
                </a:solidFill>
              </a:rPr>
              <a:t>• Second key point with supporting detail that expands on the main idea.</a:t>
            </a:r>
          </a:p>
          <a:p>
            <a:pPr algn="l"/>
            <a:r>
              <a:rPr sz="1800" b="0">
                <a:solidFill>
                  <a:srgbClr val="0D1B2A"/>
                </a:solidFill>
              </a:rPr>
              <a:t>• Third point including quantitative data or a specific finding.</a:t>
            </a:r>
          </a:p>
          <a:p>
            <a:pPr algn="l"/>
            <a:r>
              <a:rPr sz="1800" b="0">
                <a:solidFill>
                  <a:srgbClr val="0D1B2A"/>
                </a:solidFill>
              </a:rPr>
              <a:t>• Fourth point that provides context or comparison to prior work.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647487"/>
                </a:solidFill>
              </a:rPr>
              <a:t>  ◦ Supporting sub-bullet with additional explanation or example.</a:t>
            </a:r>
          </a:p>
          <a:p>
            <a:pPr algn="l"/>
            <a:r>
              <a:rPr sz="1400" b="0">
                <a:solidFill>
                  <a:srgbClr val="647487"/>
                </a:solidFill>
              </a:rPr>
              <a:t>  ◦ Another sub-bullet that elaborates with concrete numbers.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Column: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Slide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76188" y="1188720"/>
            <a:ext cx="36576" cy="5486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6CA8"/>
                </a:solidFill>
              </a:rPr>
              <a:t>Left Column Heading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0D1B2A"/>
                </a:solidFill>
              </a:rPr>
              <a:t>• Item one in the left column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0D1B2A"/>
                </a:solidFill>
              </a:rPr>
              <a:t>• Item two in the left column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0D1B2A"/>
                </a:solidFill>
              </a:rPr>
              <a:t>• Item three with more detail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0D1B2A"/>
                </a:solidFill>
              </a:rPr>
              <a:t>• Item four concluding left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3076" y="1325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B429"/>
                </a:solidFill>
              </a:rPr>
              <a:t>Right Column Heading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0D1B2A"/>
                </a:solidFill>
              </a:rPr>
              <a:t>• Corresponding item on the right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0D1B2A"/>
                </a:solidFill>
              </a:rPr>
              <a:t>• Second item on right column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0D1B2A"/>
                </a:solidFill>
              </a:rPr>
              <a:t>• Comparison or contrast point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0D1B2A"/>
                </a:solidFill>
              </a:rPr>
              <a:t>• Concluding remark on right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itle and Image: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4572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6CA8"/>
                </a:solidFill>
              </a:rPr>
              <a:t>Key Insight Heading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0D1B2A"/>
                </a:solidFill>
              </a:rPr>
              <a:t>• Key point one related to the figure.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0D1B2A"/>
                </a:solidFill>
              </a:rPr>
              <a:t>• Observation or finding shown visually.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0D1B2A"/>
                </a:solidFill>
              </a:rPr>
              <a:t>• Quantitative result highlighted here.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0D1B2A"/>
                </a:solidFill>
              </a:rPr>
              <a:t>• Takeaway message for this slide.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1234440"/>
            <a:ext cx="6583680" cy="5120640"/>
          </a:xfrm>
          <a:prstGeom prst="rect">
            <a:avLst/>
          </a:prstGeom>
          <a:solidFill>
            <a:srgbClr val="F5F7FA"/>
          </a:solidFill>
          <a:ln w="1905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338328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7"/>
                </a:solidFill>
              </a:rPr>
              <a:t>[ Figure Placeholder 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ntent and Two Images: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D1B2A"/>
                </a:solidFill>
              </a:rPr>
              <a:t>Brief description or methodology overview that contextualises both figures below.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423160"/>
            <a:ext cx="5760720" cy="3886200"/>
          </a:xfrm>
          <a:prstGeom prst="rect">
            <a:avLst/>
          </a:prstGeom>
          <a:solidFill>
            <a:srgbClr val="F5F7FA"/>
          </a:solidFill>
          <a:ln w="1905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1605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7"/>
                </a:solidFill>
              </a:rPr>
              <a:t>[ Figure A Placeholder 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2423160"/>
            <a:ext cx="5760720" cy="3886200"/>
          </a:xfrm>
          <a:prstGeom prst="rect">
            <a:avLst/>
          </a:prstGeom>
          <a:solidFill>
            <a:srgbClr val="F5F7FA"/>
          </a:solidFill>
          <a:ln w="1905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41605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7"/>
                </a:solidFill>
              </a:rPr>
              <a:t>[ Figure B Placeholder ]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mparison Table: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Comparison / Results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2309774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9304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2629814" y="1143000"/>
            <a:ext cx="2309774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9814" y="1289304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Metric A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9588" y="1143000"/>
            <a:ext cx="2309774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9588" y="1289304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Metric B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9363" y="1143000"/>
            <a:ext cx="2309774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49363" y="1289304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Metric 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59137" y="1143000"/>
            <a:ext cx="2309774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9137" y="1289304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28800"/>
            <a:ext cx="2309774" cy="6858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0116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9814" y="1828800"/>
            <a:ext cx="2309774" cy="6858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9814" y="20116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72.3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9588" y="1828800"/>
            <a:ext cx="2309774" cy="6858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9588" y="20116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68.1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49363" y="1828800"/>
            <a:ext cx="2309774" cy="6858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49363" y="20116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0.841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59137" y="1828800"/>
            <a:ext cx="2309774" cy="6858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9137" y="20116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No fine-tune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514600"/>
            <a:ext cx="2309774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6974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Method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29814" y="2514600"/>
            <a:ext cx="2309774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29814" y="26974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78.6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9588" y="2514600"/>
            <a:ext cx="2309774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9588" y="26974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74.5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49363" y="2514600"/>
            <a:ext cx="2309774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49363" y="26974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0.893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9137" y="2514600"/>
            <a:ext cx="2309774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9137" y="26974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SFT 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200400"/>
            <a:ext cx="2309774" cy="6858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33832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Method 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29814" y="3200400"/>
            <a:ext cx="2309774" cy="6858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29814" y="33832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81.2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9588" y="3200400"/>
            <a:ext cx="2309774" cy="6858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9588" y="33832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79.0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49363" y="3200400"/>
            <a:ext cx="2309774" cy="6858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49363" y="33832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0.912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59137" y="3200400"/>
            <a:ext cx="2309774" cy="6858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9137" y="33832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RLHF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886200"/>
            <a:ext cx="2309774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0690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Method 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29814" y="3886200"/>
            <a:ext cx="2309774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29814" y="40690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83.7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9588" y="3886200"/>
            <a:ext cx="2309774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9588" y="40690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82.4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49363" y="3886200"/>
            <a:ext cx="2309774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49363" y="40690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0.928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59137" y="3886200"/>
            <a:ext cx="2309774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9137" y="40690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DPO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572000"/>
            <a:ext cx="2309774" cy="685800"/>
          </a:xfrm>
          <a:prstGeom prst="rect">
            <a:avLst/>
          </a:prstGeom>
          <a:solidFill>
            <a:srgbClr val="E8F4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47548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Proposed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29814" y="4572000"/>
            <a:ext cx="2309774" cy="685800"/>
          </a:xfrm>
          <a:prstGeom prst="rect">
            <a:avLst/>
          </a:prstGeom>
          <a:solidFill>
            <a:srgbClr val="E8F4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29814" y="47548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86.5 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9588" y="4572000"/>
            <a:ext cx="2309774" cy="685800"/>
          </a:xfrm>
          <a:prstGeom prst="rect">
            <a:avLst/>
          </a:prstGeom>
          <a:solidFill>
            <a:srgbClr val="E8F4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39588" y="47548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85.1 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49363" y="4572000"/>
            <a:ext cx="2309774" cy="685800"/>
          </a:xfrm>
          <a:prstGeom prst="rect">
            <a:avLst/>
          </a:prstGeom>
          <a:solidFill>
            <a:srgbClr val="E8F4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49363" y="47548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0.951 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59137" y="4572000"/>
            <a:ext cx="2309774" cy="685800"/>
          </a:xfrm>
          <a:prstGeom prst="rect">
            <a:avLst/>
          </a:prstGeom>
          <a:solidFill>
            <a:srgbClr val="E8F4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59137" y="4754880"/>
            <a:ext cx="23097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DPO + MoE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Full Image with Caption:image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7"/>
                </a:solidFill>
              </a:rPr>
              <a:t>[ Full-Slide Figure Placeholder 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Figure Caption: Description of the figure shown above.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7"/>
                </a:solidFill>
              </a:rPr>
              <a:t>Source or reference annotation.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Key Metrics: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Results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9534" y="1463040"/>
            <a:ext cx="2560320" cy="32004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9534" y="21945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+14.2%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9534" y="3291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Improvement on Task A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9388" y="1463040"/>
            <a:ext cx="2560320" cy="32004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9388" y="21945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3.5×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9388" y="3291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Speed-up vs. 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9243" y="1463040"/>
            <a:ext cx="2560320" cy="3200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9243" y="21945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91.2%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9243" y="3291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Top-1 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9097" y="1463040"/>
            <a:ext cx="2560320" cy="3200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9097" y="21945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-62%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097" y="3291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Memory Reduction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Quote Highlight:text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0"/>
            <a:ext cx="164592" cy="32004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"A short impactful quote or key takeaway goes here. It should be concise, memorable, and directly relevant to the preceding content."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663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AF8"/>
                </a:solidFill>
              </a:rPr>
              <a:t>— Attribution, Source, Year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nding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AF8"/>
                </a:solidFill>
              </a:rPr>
              <a:t>For questions or collaboration: author@institution.edu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7"/>
                </a:solidFill>
              </a:rPr>
              <a:t>Slides &amp; code available at: https://github.com/example/repo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